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905256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9052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05840" y="914400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 Overview &amp; 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863840" y="941832"/>
            <a:ext cx="77724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863840" y="941832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1481328"/>
            <a:ext cx="8412480" cy="566928"/>
          </a:xfrm>
          <a:prstGeom prst="rect">
            <a:avLst/>
          </a:prstGeom>
          <a:solidFill>
            <a:srgbClr val="E8F4F8"/>
          </a:solidFill>
          <a:ln cap="flat" cmpd="sng" w="9525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1563624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57200" y="1563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005840" y="1572768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HDX Data — Download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863840" y="1600200"/>
            <a:ext cx="77724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863840" y="160020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60" y="2139696"/>
            <a:ext cx="8412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2221992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57200" y="2221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05840" y="2231136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PostGIS Schema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7863840" y="2258568"/>
            <a:ext cx="77724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863840" y="225856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65760" y="2798064"/>
            <a:ext cx="8412480" cy="566928"/>
          </a:xfrm>
          <a:prstGeom prst="rect">
            <a:avLst/>
          </a:prstGeom>
          <a:solidFill>
            <a:srgbClr val="E8F4F8"/>
          </a:solidFill>
          <a:ln cap="flat" cmpd="sng" w="9525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457200" y="2880360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57200" y="28803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005840" y="288950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Import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863840" y="2916936"/>
            <a:ext cx="77724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863840" y="2916936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7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65760" y="3456432"/>
            <a:ext cx="8412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57200" y="3538728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57200" y="35387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005840" y="354787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 → Server Runtime Connection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863840" y="3575304"/>
            <a:ext cx="77724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7863840" y="3575304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E8F4F8"/>
          </a:solidFill>
          <a:ln cap="flat" cmpd="sng" w="9525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7200" y="4197096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57200" y="41970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005840" y="4206240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 Zoning — Concept, API &amp; 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863840" y="4233672"/>
            <a:ext cx="77724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863840" y="4233672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7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0"/>
              <a:buFont typeface="Calibri"/>
              <a:buNone/>
            </a:pPr>
            <a:r>
              <a:t/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HDX Data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UN OCHA Humanitarian Data Exchange — COD-AB boundaries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HDX COD-AB?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5760" y="777240"/>
            <a:ext cx="438912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65760" y="777240"/>
            <a:ext cx="64008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30352" y="822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HDX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30352" y="107899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 OCHA Humanitarian Data Exchange — official UN-maintained shapefiles for country admin divisions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1645920"/>
            <a:ext cx="438912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65760" y="1645920"/>
            <a:ext cx="64008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30352" y="1691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adm1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30352" y="19476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States / Provinces  (e.g. Lagos, Tana River County)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2514600"/>
            <a:ext cx="438912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65760" y="2514600"/>
            <a:ext cx="64008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30352" y="2560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adm2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30352" y="28163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LGAs / Districts  (e.g. Agege, Galole)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5760" y="3383280"/>
            <a:ext cx="438912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65760" y="3383280"/>
            <a:ext cx="64008" cy="7132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30352" y="3429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0352" y="368503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Stable UN unique ID  e.g. NG025 (Lagos State), NG025001 (Agege LGA)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0" y="7772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Countries Covered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029200" y="1143000"/>
            <a:ext cx="374904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120640" y="117043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🇳🇬  Nigeria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903720" y="117043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37 states + 774 LGAs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00" y="1655064"/>
            <a:ext cx="374904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120640" y="168249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🇰🇪  Kenya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903720" y="168249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47 counties + 290 sub-counties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29200" y="2167128"/>
            <a:ext cx="374904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120640" y="21945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🇺🇬  Uganda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903720" y="219456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135 districts + 176 sub-counties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0" y="2679192"/>
            <a:ext cx="374904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120640" y="27066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🇱🇷  Liberia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903720" y="270662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15 counties + 90 districts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029200" y="3191256"/>
            <a:ext cx="3749040" cy="420624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120640" y="32186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🇨🇫  Central African Rep.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903720" y="32186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17 prefectures + 71 sub-prefectures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029200" y="3703320"/>
            <a:ext cx="3749040" cy="420624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120640" y="37307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🇷🇼  Rwanda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903720" y="37307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Needed </a:t>
            </a:r>
            <a:r>
              <a:rPr lang="en-US" sz="950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custom treatment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029200" y="4215384"/>
            <a:ext cx="3749040" cy="420624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120640" y="424281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🇮🇳 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903720" y="424281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123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F1239"/>
                </a:solidFill>
                <a:latin typeface="Calibri"/>
                <a:ea typeface="Calibri"/>
                <a:cs typeface="Calibri"/>
                <a:sym typeface="Calibri"/>
              </a:rPr>
              <a:t>Needed custom treatment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Script: download-hdx.ps1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65760" y="777240"/>
            <a:ext cx="1920240" cy="7772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11480" y="795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11480" y="111556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HDX CKAN API  →  package_show?id=cod-ab-nga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286000" y="886968"/>
            <a:ext cx="210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496312" y="777240"/>
            <a:ext cx="1920240" cy="7772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542032" y="795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542032" y="111556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JSON  →  find GeoJSON resource URL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416552" y="886968"/>
            <a:ext cx="210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626864" y="777240"/>
            <a:ext cx="1920240" cy="7772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672584" y="795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672584" y="111556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+ unzip  →  extract adm1 / adm2 .geojson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547104" y="886968"/>
            <a:ext cx="210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757416" y="777240"/>
            <a:ext cx="1920240" cy="7772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803136" y="795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803136" y="1115568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Copy to  hdx/&lt;country&gt;_adm1.geojson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65760" y="1691640"/>
            <a:ext cx="5029200" cy="86868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65760" y="169164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38912" y="17099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PowerShell Usage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02920" y="194767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.\scripts\ps1\download-hdx.ps1                   # all 5 countries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.\scripts\ps1\download-hdx.ps1 -Country kenya    # one country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.\scripts\ps1\download-hdx.ps1 -Force            # re-download even if files exist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Key Design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577840" y="2084832"/>
            <a:ext cx="164592" cy="16459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833872" y="20299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Idempotent by default (skip if exists, -Force to override)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577840" y="2587752"/>
            <a:ext cx="164592" cy="16459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833872" y="2532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CKAN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577840" y="3090672"/>
            <a:ext cx="164592" cy="16459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833872" y="303580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Extracts all admN levels automatically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577840" y="3593592"/>
            <a:ext cx="164592" cy="16459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833872" y="353872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$ErrorActionPreference = Stop — aborts on any failure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65760" y="2697480"/>
            <a:ext cx="5029200" cy="10058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65760" y="269748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38912" y="27157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Output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02920" y="2953512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hdx/nigeria_adm1.geojson      37 states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hdx/nigeria_adm2.geojson      774 LGAs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hdx/kenya_adm1.geojson        47 counties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hdx/kenya_adm2.geojson        290 sub-counties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...  (same pattern: UG, LR, CF)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" y="3858768"/>
            <a:ext cx="2560320" cy="3657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200" y="387705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License: CC BY-IGO — commercial use OK, attribution required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0"/>
              <a:buFont typeface="Calibri"/>
              <a:buNone/>
            </a:pPr>
            <a:r>
              <a:t/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PostGIS Schema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Four tables — tenants, adm_features, tenant_scope, zones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Schema: Four Tables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65760" y="777240"/>
            <a:ext cx="4160520" cy="2011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65760" y="777240"/>
            <a:ext cx="4160520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75488" y="8138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tenants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" y="118872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tenant_id PK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02920" y="14356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country_code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02920" y="16824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tile_source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02920" y="192938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hdx_prefix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65760" y="2258568"/>
            <a:ext cx="416052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57200" y="2286000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row per tenant. Maps to Nginx routing and HDX import.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65760" y="2926080"/>
            <a:ext cx="4160520" cy="225856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65760" y="2926080"/>
            <a:ext cx="416052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75488" y="29626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adm_features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02920" y="333756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pcode UNIQUE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02920" y="358444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adm_level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02920" y="383133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02920" y="4078224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parent_pcode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02920" y="432511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geom MULTIPOLYGON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65760" y="4654296"/>
            <a:ext cx="416052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57200" y="468172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Core geometry table. GIST index on geom for fast ST_Contains.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800600" y="777240"/>
            <a:ext cx="4160520" cy="2011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800600" y="777240"/>
            <a:ext cx="416052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910328" y="8138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tenant_scope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37760" y="118872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tenant_id FK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937760" y="143560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pcode FK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937760" y="168249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PRIMARY KEY (both)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800600" y="2258568"/>
            <a:ext cx="416052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892040" y="2286000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Access control join table. No rows = no access. Every boundary query joins here.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800600" y="2926080"/>
            <a:ext cx="4160520" cy="2011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800600" y="2926080"/>
            <a:ext cx="4160520" cy="34747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910328" y="29626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937760" y="333756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zone_pcode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937760" y="358444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constituent_pcodes TEXT[]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37760" y="3831336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• geom (pre-computed ST_Union)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00600" y="4407408"/>
            <a:ext cx="416052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892040" y="4434840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Virtual admin level between state and LGA. Geometry pre-computed on write.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0"/>
              <a:buFont typeface="Calibri"/>
              <a:buNone/>
            </a:pPr>
            <a:r>
              <a:t/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Pipeline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import-hdx-to-pg.js — GeoJSON → PostGIS in one transaction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Pipeline — 3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65760" y="749808"/>
            <a:ext cx="8412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795528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57200" y="795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024128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Insert Tenants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024128" y="118872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INSERT ... ON CONFLICT DO UPDATE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EXCLUDED pseudo-table to update all columns on re-run. Idempotent.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937760" y="822960"/>
            <a:ext cx="3749040" cy="109728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074920" y="9144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ON CONFLICT (tenant_id) DO UPDATE 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country_code = EXCLUDED.country_code,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hdx_prefix   = EXCLUDED.hdx_prefix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65760" y="2167128"/>
            <a:ext cx="8412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57200" y="2212848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5720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024128" y="2240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Import adm_features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024128" y="260604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each HDX GeoJSON file: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Extract adm level from filename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ST_Multi(ST_GeomFromGeoJSON()) normalises Polygon→MultiPolygon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ON CONFLICT (pcode) DO UPDATE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937760" y="2240280"/>
            <a:ext cx="3749040" cy="109728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5074920" y="233172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ST_Multi(ST_GeomFromGeoJSON($6))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-- converts GeoJSON → PostGIS geometry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-- ST_Multi wraps Polygon → MultiPolygon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65760" y="3584448"/>
            <a:ext cx="8412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3630168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57200" y="3630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024128" y="36576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Populate tenant_scope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024128" y="402336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Full-country tenants: one query inserts ALL pcodes for that country.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 tenants (e.g. EKOEXCEL/Lagos): inserts state pcode + all child LGAs where parent_pcode = state.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937760" y="3657600"/>
            <a:ext cx="3749040" cy="109728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5074920" y="374904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-- child LGAs only: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SELECT pcode FROM adm_features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WHERE country_code=$2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AND adm_level=2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AND parent_pcode=$3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→ Server Runtime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Lua → pgmoon → PostgreSQL via Docker internal DNS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Lua Talks to PostgreSQL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457200" y="822960"/>
            <a:ext cx="1645920" cy="822960"/>
          </a:xfrm>
          <a:prstGeom prst="rect">
            <a:avLst/>
          </a:prstGeom>
          <a:solidFill>
            <a:srgbClr val="E0F2FE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457200" y="822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210312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2468880" y="822960"/>
            <a:ext cx="1645920" cy="822960"/>
          </a:xfrm>
          <a:prstGeom prst="rect">
            <a:avLst/>
          </a:prstGeom>
          <a:solidFill>
            <a:srgbClr val="DBEAFE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2468880" y="822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OpenResty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411480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4480560" y="822960"/>
            <a:ext cx="1645920" cy="822960"/>
          </a:xfrm>
          <a:prstGeom prst="rect">
            <a:avLst/>
          </a:prstGeom>
          <a:solidFill>
            <a:srgbClr val="D1FAE5"/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4480560" y="822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pgmoon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(pure Lua)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12648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92240" y="822960"/>
            <a:ext cx="1645920" cy="822960"/>
          </a:xfrm>
          <a:prstGeom prst="rect">
            <a:avLst/>
          </a:prstGeom>
          <a:solidFill>
            <a:srgbClr val="FEF3C7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6492240" y="8229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:5432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365760" y="1874520"/>
            <a:ext cx="4114800" cy="12344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365760" y="187452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438912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pg-pool.lua — Config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02920" y="213055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local CONFIG =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host     = os.getenv("PGHOST") or "postgres",  -- Docker DNS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port     = 5432,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database = "mapserver",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user     = "mapserver",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-- trust auth on Docker internal network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65760" y="3218688"/>
            <a:ext cx="4114800" cy="141732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365760" y="3218688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438912" y="323697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pg-pool.lua — Connection 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02920" y="347472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function M.exec(sql, params)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local pg = pgmoon.new(CONFIG)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pg:connect()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result = pg:query(sql, table.unpack(params))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pg:keepalive(30000, 100)  -- 30s TTL, max 100/worker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return 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754880" y="18745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Lua Endpoint 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754880" y="2267712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846320" y="2304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serve-geojson.lua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812280" y="2304288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GET /boundaries/geojson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754880" y="2743200"/>
            <a:ext cx="4023360" cy="402336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4846320" y="277977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serve-hierarchy.lua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812280" y="2779776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GET /boundaries/hierarchy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754880" y="3218688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4846320" y="32552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search-boundaries.lua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812280" y="3255264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GET /boundaries/search?q=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754880" y="3694176"/>
            <a:ext cx="4023360" cy="402336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846320" y="37307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region-lookup.lua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6812280" y="3730752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GET /region?lat=&amp;lon=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754880" y="4169664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846320" y="4206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admin-zones.lua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812280" y="420624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CRUD /admin/zones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754880" y="4681728"/>
            <a:ext cx="4023360" cy="365760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846320" y="470001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3F1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3F12"/>
                </a:solidFill>
                <a:latin typeface="Calibri"/>
                <a:ea typeface="Calibri"/>
                <a:cs typeface="Calibri"/>
                <a:sym typeface="Calibri"/>
              </a:rPr>
              <a:t>⚡  /boundaries/hierarchy cached 24h in ngx.shared  —  invalidated on zone writes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5943600" y="-274320"/>
            <a:ext cx="3200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Zoning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22960" y="260604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Virtual admin level between state and LGA — concept, API, and 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⏱ 7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Zones — Concept &amp; REST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365760" y="74980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Without Zones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365760" y="107899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Kenya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65760" y="1426464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└── Tana River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365760" y="1773936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├── Galole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365760" y="212140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├── Bura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365760" y="246888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├── Tana Delta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65760" y="281635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├── Garsen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365760" y="3163824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└── Kipini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3657600" y="74980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With Zones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3657600" y="1078992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Kenya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3657600" y="1426464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└── Tana River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3657600" y="1773936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        ├── Zone North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3657600" y="2121408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│     ├── Galole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3657600" y="246888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│     ├── Bura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3657600" y="2816352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│     └── Tana Delta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657600" y="3163824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        └── Zone South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657600" y="3511296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      ├── Garsen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3657600" y="3858768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          └── Kipini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3429000" y="749808"/>
            <a:ext cx="54864" cy="3657600"/>
          </a:xfrm>
          <a:prstGeom prst="rect">
            <a:avLst/>
          </a:prstGeom>
          <a:solidFill>
            <a:srgbClr val="D1E5EE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3456432" y="23317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329184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6949440" y="777240"/>
            <a:ext cx="1965960" cy="242316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6949440" y="77724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7022592" y="795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POST /admin/zones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7086600" y="1033272"/>
            <a:ext cx="1691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curl -X POST http://localhost:8080/admin/zones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-H "X-Tenant-ID: 1"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-H "Content-Type: application/json"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-d '{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"zone_name": "Zone North",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"color": "#3b82f6",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"parent_pcode": "KE004",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"constituent_pcodes": ["KE004019","KE004020","KE004021"]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}'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949440" y="3337560"/>
            <a:ext cx="1965960" cy="50292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6995160" y="3364992"/>
            <a:ext cx="1874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Zone Pcode Pattern: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{state_pcode}-Z{nn}  e.g. KE004-Z01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Exclusion Rule: once an LGA is in a zone, it disappears from the flat LGA list — hierarchy becomes Country → State → Zone → LGA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SQL — CREATE &amp; Exclusion Rule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365760" y="777240"/>
            <a:ext cx="4846320" cy="32918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365760" y="77724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38912" y="795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POST /admin/zones — atomic insert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502920" y="1033272"/>
            <a:ext cx="4572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WITH next_num AS 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SELECT COALESCE(MAX(CAST(REGEXP_REPLACE(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zone_pcode, '^.*-Z0*', '') AS INTEGER)), 0) + 1 AS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FROM zones WHERE parent_pcode = $1 AND tenant_id = $2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new_zone AS 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INSERT INTO zones(...)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SELECT $2,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$1 || '-Z' || LPAD(n::text, 2, '0'),  -- e.g. KE004-Z01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$3, $4, $1, $5::text[],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(SELECT ST_Multi(ST_Union(geom))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 FROM adm_features WHERE pcode = ANY($5::text[]))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FROM next_num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RETURNING 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SELECT * FROM new_zone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5394960" y="777240"/>
            <a:ext cx="34290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394960" y="777240"/>
            <a:ext cx="64008" cy="10058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5559552" y="8412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REGEXP_REPLACE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559552" y="1161288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Strips 'KE004-Z0' → '3', MAX+1 = next number. COALESCE handles no-zones-yet case.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394960" y="1874520"/>
            <a:ext cx="34290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5394960" y="1874520"/>
            <a:ext cx="64008" cy="10058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559552" y="19385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LPAD(n, 2, '0')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559552" y="2258568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Always 2-digit zero-padded: 1→'01', 12→'12'. No KE004-Z1 ever.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394960" y="2971800"/>
            <a:ext cx="34290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5394960" y="2971800"/>
            <a:ext cx="64008" cy="10058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559552" y="30358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ST_Union(geom)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559552" y="3355848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Dissolves adjacent LGA polygons into one merged shape. Stored once, queried many times.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65760" y="4206240"/>
            <a:ext cx="4846320" cy="896112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365760" y="420624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438912" y="4224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Exclusion — UNNEST filters zoned LGAs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502920" y="4462272"/>
            <a:ext cx="45720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-- LGAs NOT in any zone (exclusion rule)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SELECT a.pcode, a.name 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FROM adm_features 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JOIN tenant_scope ts ON ts.pcode = a.pcode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WHERE a.adm_level =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AND a.pcode NOT IN 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SELECT UNNEST(constituent_pcodes)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FROM zones WHERE tenant_id = $1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394960" y="4206240"/>
            <a:ext cx="3429000" cy="896112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5486400" y="4279392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  <a:latin typeface="Consolas"/>
                <a:ea typeface="Consolas"/>
                <a:cs typeface="Consolas"/>
                <a:sym typeface="Consolas"/>
              </a:rPr>
              <a:t>UNNEST(constituent_pcodes)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5486400" y="4553712"/>
            <a:ext cx="3246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Converts TEXT[] column {NG025001,NG025002} into a rowset so NOT IN can filter against it. Any LGA in a zone vanishes from the flat list.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/region — Point-in-Polygon with Zone Awareness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365760" y="777240"/>
            <a:ext cx="1783080" cy="1005840"/>
          </a:xfrm>
          <a:prstGeom prst="rect">
            <a:avLst/>
          </a:prstGeom>
          <a:solidFill>
            <a:srgbClr val="DBEAFE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365760" y="777240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GET /region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?lat=&amp;lon=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2148840" y="10058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2468880" y="777240"/>
            <a:ext cx="1783080" cy="1005840"/>
          </a:xfrm>
          <a:prstGeom prst="rect">
            <a:avLst/>
          </a:prstGeom>
          <a:solidFill>
            <a:srgbClr val="D1FAE5"/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2468880" y="777240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ST_Contains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zone.geom,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251960" y="10058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4572000" y="777240"/>
            <a:ext cx="1783080" cy="1005840"/>
          </a:xfrm>
          <a:prstGeom prst="rect">
            <a:avLst/>
          </a:prstGeom>
          <a:solidFill>
            <a:srgbClr val="FEF3C7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4572000" y="777240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Zone match?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zone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LGA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6355080" y="10058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6675120" y="777240"/>
            <a:ext cx="1783080" cy="1005840"/>
          </a:xfrm>
          <a:prstGeom prst="rect">
            <a:avLst/>
          </a:prstGeom>
          <a:solidFill>
            <a:srgbClr val="FCE7F3"/>
          </a:solidFill>
          <a:ln cap="flat" cmpd="sng" w="1905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6675120" y="777240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Fallback: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ST_Contains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LGA.geom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365760" y="1920240"/>
            <a:ext cx="4846320" cy="201168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365760" y="1920240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438912" y="1938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Zone-first lookup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02920" y="2176272"/>
            <a:ext cx="45720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SELECT z.zone_pcode, z.zone_name, 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FROM zones 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JOIN adm_features s ON s.pcode = z.parent_pcode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LEFT JOIN adm_features lga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ON lga.adm_level =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AND lga.pcode = ANY(z.constituent_pcodes)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AND ST_Contains(lga.geom, ST_SetSRID(ST_MakePoint($3, $2), 4326))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WHERE z.tenant_id = $1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AND ST_Contains(z.geom, ST_SetSRID(ST_MakePoint($3, $2), 4326))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LIMIT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365760" y="4059936"/>
            <a:ext cx="4846320" cy="10058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365760" y="4059936"/>
            <a:ext cx="146304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438912" y="4078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Response (zone match)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02920" y="4315968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"found": true,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"matched_level": "zone",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"adm_0": { "pcode": "KE",        "name": "Kenya" },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"adm_1": { "pcode": "KE004",     "name": "Tana River" },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"adm_3": { "pcode": "KE004-Z01", "name": "Zone North", "color": "#3b82f6" },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"adm_4": { "pcode": "KE004019",  "name": "Galole"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394960" y="1920240"/>
            <a:ext cx="3429000" cy="9784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5394960" y="1920240"/>
            <a:ext cx="64008" cy="97840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5550408" y="19842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ST_MakePoint($3, $2)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550408" y="2304288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PostGIS is (x,y) = (lon, lat) — note reversed order. Tag with ST_SetSRID(..., 4326) for WGS84.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394960" y="2990088"/>
            <a:ext cx="3429000" cy="9784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5394960" y="2990088"/>
            <a:ext cx="64008" cy="97840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5550408" y="305409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GIST Index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5550408" y="3374136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Both zone.geom and lga.geom have GIST indexes. ST_Contains uses them for sub-millisecond lookups.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394960" y="4059936"/>
            <a:ext cx="3429000" cy="9784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5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5394960" y="4059936"/>
            <a:ext cx="64008" cy="97840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5550408" y="41239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adm_3 vs adm_4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550408" y="4443984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adm_3 only present when matched_level = 'zone'. Raw LGA hits return adm_0, adm_1, adm_4 only.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Quick Reference — Commands in Order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320040" y="77724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411480" y="85039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411480" y="850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868680" y="850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HDX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11480" y="125272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.\scripts\ps1\download-hdx.ps1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320040" y="182880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411480" y="190195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411480" y="19019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868680" y="19019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stack (schema auto-runs)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411480" y="230428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docker compose -f tileserver/docker-compose.tenant.yml up -d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320040" y="288036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411480" y="295351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411480" y="29535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868680" y="29535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to PostGIS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411480" y="335584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node scripts/import-hdx-to-pg.js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320040" y="393192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411480" y="400507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868680" y="40050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 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411480" y="440740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psql ... -c "SELECT country_code, adm_level, COUNT(*) FROM adm_features GROUP BY 1,2;"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4846320" y="77724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4937760" y="85039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4937760" y="850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394960" y="850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hierarchy endpoint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937760" y="125272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curl -H "X-Tenant-ID: 1" "http://localhost:8080/boundaries/hierarchy"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846320" y="182880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4937760" y="190195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4937760" y="19019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5394960" y="19019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region lookup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937760" y="230428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curl -H "X-Tenant-ID: 1" "http://localhost:8080/region?lat=-1.80&amp;lon=40.10"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4846320" y="288036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4937760" y="295351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4937760" y="29535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394960" y="29535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a zone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4937760" y="335584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curl -X POST .../admin/zones -d '{"zone_name":"Zone A",...}'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4846320" y="3931920"/>
            <a:ext cx="4251960" cy="9144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C3D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4937760" y="400507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4937760" y="40050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5394960" y="40050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Restart nginx (clear cache)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4937760" y="440740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docker restart tileserver_nginx_1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
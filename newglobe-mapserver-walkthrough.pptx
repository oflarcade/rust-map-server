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NewGlobe Map Server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Walkthrough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HDX Data Pipeline  ·  PostGIS Database  ·  Custom Zone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44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30 min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10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walkthrough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044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3410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44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$5–15/mo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410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vs $350–700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NewGlobe  ·  Spotlight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0525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05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941832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9418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3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841248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6362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63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5727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HDX Data — Download Pipeline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1600200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600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396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2199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23113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Schema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2258568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2585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798064"/>
            <a:ext cx="841248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8803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88950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Pipeline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63840" y="2916936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29169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7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3872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354787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Server Runtime Connection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63840" y="3575304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5753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3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1970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2062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Zoning — Concept, API &amp; SQL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863840" y="4233672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42336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65A82">
                    <a:alpha val="40000"/>
                  </a:srgbClr>
                </a:solidFill>
              </a:rPr>
              <a:t>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Stack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 on a single GCP VM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3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Problem &amp; The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10312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</a:rPr>
              <a:t>$350–700/mo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Google Maps (before)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777240"/>
            <a:ext cx="2103120" cy="137160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868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$5–15/mo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Self-hosted (after)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5029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618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Three-Layer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1143000"/>
            <a:ext cx="356616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14300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197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Client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MapLibre GL JS + Vue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8013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057400"/>
            <a:ext cx="356616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2057400"/>
            <a:ext cx="731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21122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Gateway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2377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OpenResty :8080 (Nginx + Lua)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715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2971800"/>
            <a:ext cx="356616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97180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3026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3291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Martin :3000 + PostGIS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050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 VM  martin-tileserver  (us-central1-a)  ·  Single instance  ·  Docker Compose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65A82">
                    <a:alpha val="40000"/>
                  </a:srgbClr>
                </a:solidFill>
              </a:rPr>
              <a:t>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HDX Data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OCHA Humanitarian Data Exchange — COD-AB boundaries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5 min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HDX COD-AB?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HDX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UN OCHA Humanitarian Data Exchange — official UN-maintained shapefiles for country admin divisions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4592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adm1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States / Provinces  (e.g. Lagos, Tana River County)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adm2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816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LGAs / Districts  (e.g. Agege, Galole)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P-Code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6850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Stable UN unique ID  e.g. NG025 (Lagos State), NG025001 (Agege LGA)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777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Countries Covered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1143000"/>
            <a:ext cx="37490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170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🇳🇬  Nigeria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1704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37 states + 774 LGAs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1655064"/>
            <a:ext cx="37490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682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🇰🇪  Kenya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16824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47 counties + 290 sub-counties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0" y="2167128"/>
            <a:ext cx="37490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🇺🇬  Uganda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135 districts + 176 sub-counties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2679192"/>
            <a:ext cx="37490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706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🇱🇷  Liberia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27066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15 counties + 90 districts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0" y="3191256"/>
            <a:ext cx="37490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🇨🇫  Central African Rep.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2186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17 prefectures + 71 sub-prefectures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3703320"/>
            <a:ext cx="3749040" cy="42062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730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🇷🇼  Rwanda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37307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1239"/>
                </a:solidFill>
              </a:rPr>
              <a:t>SHP only — no GeoJSON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4215384"/>
            <a:ext cx="3749040" cy="42062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242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🇮🇳  India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42428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1239"/>
                </a:solidFill>
              </a:rPr>
              <a:t>No COD-AB package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Download Script: download-hdx.ps1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95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HDX CKAN API  →  package_show?id=cod-ab-nga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0" y="886968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96312" y="77724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795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11155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Parse JSON  →  find GeoJSON resource URL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16552" y="886968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26864" y="77724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795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2584" y="11155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Download + unzip  →  extract adm1 / adm2 .geojson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47104" y="886968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57416" y="77724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795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3136" y="11155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Copy to  hdx/&lt;country&gt;_adm1.geojson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1691640"/>
            <a:ext cx="502920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69164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Usage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19476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.\scripts\ps1\download-hdx.ps1                   # all 5 countries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.\scripts\ps1\download-hdx.ps1 -Country kenya    # one country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.\scripts\ps1\download-hdx.ps1 -Force            # re-download even if files exist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Design Decisions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0848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20299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Idempotent by default (skip if exists, -Force to override)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5877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25328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Uses CKAN API — avoids hardcoded URLs that change on updates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0906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30358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Extracts all admN levels automatically (future adm3 support)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5935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5387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$ErrorActionPreference = Stop — aborts on any failure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697480"/>
            <a:ext cx="50292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69748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7157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Files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29535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hdx/nigeria_adm1.geojson      37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hdx/nigeria_adm2.geojson      774 LGAs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hdx/kenya_adm1.geojson        47 counties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hdx/kenya_adm2.geojson        290 sub-counties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(same pattern: UG, LR, CF)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858768"/>
            <a:ext cx="256032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770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License: CC BY-IGO — commercial use OK, attribution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65A82">
                    <a:alpha val="40000"/>
                  </a:srgbClr>
                </a:solidFill>
              </a:rPr>
              <a:t>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Schema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— tenants, adm_features, tenant_scope, zones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5 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Database Schema: Four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13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tenant_id PK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country_code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tile_source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293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hdx_prefix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4160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row per tenant. Maps to Nginx routing and HDX import.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60520" cy="2258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626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adm_features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pcode UNIQUE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adm_level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8313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0782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parent_pcode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325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geom MULTIPOLYGON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654296"/>
            <a:ext cx="4160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Core geometry table. GIST index on geom for fast ST_Contains.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777240"/>
            <a:ext cx="41605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77724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813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tenant_scope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tenant_id FK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1435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pcode FK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16824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PRIMARY KEY (both)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258568"/>
            <a:ext cx="4160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860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Access control join table. No rows = no access. Every boundary query joins here.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926080"/>
            <a:ext cx="41605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926080"/>
            <a:ext cx="41605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9626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337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zone_pcode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5844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constituent_pcodes TEXT[]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38313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geom (pre-computed ST_Union)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4407408"/>
            <a:ext cx="4160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4348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Virtual admin level between state and LGA. Geometry pre-computed on write.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65A82">
                    <a:alpha val="40000"/>
                  </a:srgbClr>
                </a:solidFill>
              </a:rPr>
              <a:t>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import-hdx-to-pg.js — GeoJSON → PostGIS in one transaction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7 min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Import Pipeline — 3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955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822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Insert Tenants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INSERT ... ON CONFLICT DO 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Uses EXCLUDED pseudo-table to update all columns on re-run. Idempotent.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3749040" cy="109728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9144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 (tenant_id) DO UPDATE 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country_code = EXCLUDED.country_code,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hdx_prefix   = EXCLUDED.hdx_prefix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128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Import adm_features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606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For each HDX GeoJSON file: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Extract adm level from filename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ST_Multi(ST_GeomFromGeoJSON()) normalises Polygon→MultiPolygon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ON CONFLICT (pcode) DO UPDATE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240280"/>
            <a:ext cx="3749040" cy="109728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331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ST_Multi(ST_GeomFromGeoJSON($6))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converts GeoJSON → PostGIS geometry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ST_Multi wraps Polygon → MultiPolygon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3016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Populate tenant_scope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023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Full-country tenants: one query inserts ALL pcodes for that country.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State tenants (e.g. EKOEXCEL/Lagos): inserts state pcode + all child LGAs where parent_pcode = state.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3657600"/>
            <a:ext cx="3749040" cy="109728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749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child LGAs only: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pcode FROM adm_features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country_code=$2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adm_level=2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parent_pcode=$3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65A82">
                    <a:alpha val="40000"/>
                  </a:srgbClr>
                </a:solidFill>
              </a:rPr>
              <a:t>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Server Runtime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→ pgmoon → PostgreSQL via Docker internal DNS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3 min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Lua Talks to PostgreSQL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645920" cy="82296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Request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645920" cy="82296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22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OpenResty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Worker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0560" y="822960"/>
            <a:ext cx="1645920" cy="8229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822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pgmoon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(pure Lua)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822960"/>
            <a:ext cx="1645920" cy="8229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822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:5432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4114800" cy="123444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7452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pg-pool.lua — Config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1305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CONFIG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     = os.getenv("PGHOST") or "postgres",  -- Docker DNS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     = 5432,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 = "mapserver",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    = "mapserver",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trust auth on Docker internal network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411480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18688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2369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pg-pool.lua — Connection Pool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M.exec(sql, params)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pg = pgmoon.new(CONFIG)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pg:connect()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pg:query(sql, table.unpack(params))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pg:keepalive(30000, 100)  -- 30s TTL, max 100/worker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Lua Endpoint 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267712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serve-geojson.lua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23042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/boundaries/geojson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02336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79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serve-hierarchy.lua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27797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/boundaries/hierarchy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218688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55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search-boundaries.lua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5526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/boundaries/search?q=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694176"/>
            <a:ext cx="402336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5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730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region-lookup.lua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373075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/region?lat=&amp;lon=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416966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admin-zones.lua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4206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/admin/zones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681728"/>
            <a:ext cx="4023360" cy="36576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7000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</a:rPr>
              <a:t>⚡  /boundaries/hierarchy cached 24h in ngx.shared  —  invalidated on zone writes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65A82">
                    <a:alpha val="40000"/>
                  </a:srgbClr>
                </a:solidFill>
              </a:rPr>
              <a:t>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Zoning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admin level between state and LGA — concept, API, and 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7 min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Custom Zones — Concept &amp; REST API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Without Zones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Kenya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Tana River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Galole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Bura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Tana Delta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8163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Garsen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1638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Kipini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749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With Zones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0789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Kenya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4264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Tana River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17739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Zone North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21214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├── Galole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24688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├── Bura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28163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└── Tana Delta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316382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Zone South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0" y="351129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├── Garsen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38587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└── Kipini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749808"/>
            <a:ext cx="54864" cy="3657600"/>
          </a:xfrm>
          <a:prstGeom prst="rect">
            <a:avLst/>
          </a:prstGeom>
          <a:solidFill>
            <a:srgbClr val="D1E5EE"/>
          </a:solidFill>
          <a:ln w="12700">
            <a:solidFill>
              <a:srgbClr val="D1E5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2331720"/>
            <a:ext cx="0" cy="0"/>
          </a:xfrm>
          <a:prstGeom prst="rect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32918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49440" y="777240"/>
            <a:ext cx="1965960" cy="242316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77724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7955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/admin/zones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1033272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http://localhost:8080/admin/zones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"X-Tenant-ID: 1"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"zone_name": "Zone North",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"color": "#3b82f6",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"parent_pcode": "KE004",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"constituent_pcodes": ["KE004019","KE004020","KE004021"]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}'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9440" y="3337560"/>
            <a:ext cx="19659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36499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Pcode Pattern: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{state_pcode}-Z{nn}  e.g. KE004-Z01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Exclusion Rule: once an LGA is in a zone, it disappears from the flat LGA list — hierarchy becomes Country → State → Zone → LGA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Zone SQL — CREATE &amp; Exclusion Rule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846320" cy="329184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7955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/admin/zones — atomic insert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33272"/>
            <a:ext cx="45720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next_num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COALESCE(MAX(CAST(REGEXP_REPLACE(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zone_pcode, '^.*-Z0*', '') AS INTEGER)), 0) + 1 AS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zones WHERE parent_pcode = $1 AND tenant_id = $2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new_zone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zones(...)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$2,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$1 || '-Z' || LPAD(n::text, 2, '0'),  -- e.g. KE004-Z01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$3, $4, $1, $5::text[],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(SELECT ST_Multi(ST_Union(geom))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FROM adm_features WHERE pcode = ANY($5::text[]))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next_num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RETURNING 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new_zone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94960" y="77724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77724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8412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REGEXP_REPLACE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59552" y="11612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Strips 'KE004-Z0' → '3', MAX+1 = next number. COALESCE handles no-zones-yet case.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0" y="187452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18745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9385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LPAD(n, 2, '0')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59552" y="22585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Always 2-digit zero-padded: 1→'01', 12→'12'. No KE004-Z1 ever.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97180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297180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30358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ST_Union(geom)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335584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Dissolves adjacent LGA polygons into one merged shape. Stored once, queried many times.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48463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20624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2245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Exclusion — UNNEST filters zoned LGAs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462272"/>
            <a:ext cx="457200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LGAs NOT in any zone (exclusion rule)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a.pcode, a.name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adm_features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tenant_scope ts ON ts.pcode = a.pcode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a.adm_level =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a.pcode NOT IN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UNNEST(constituent_pcodes)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zones WHERE tenant_id = $1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94960" y="4206240"/>
            <a:ext cx="3429000" cy="896112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27939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UNNEST(constituent_pcodes)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455371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Converts TEXT[] column {NG025001,NG025002} into a rowset so NOT IN can filter against it. Any LGA in a zone vanishes from the flat list.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/region — Point-in-Polygon with Zone Awareness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783080" cy="100584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GET /region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?lat=&amp;lon=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1005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783080" cy="100584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77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ST_Contains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zone.geom,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005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783080" cy="10058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777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Zone match?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Return zone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+ LGA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1005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777240"/>
            <a:ext cx="1783080" cy="100584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777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Fallback: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ST_Contains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LGA.geom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4846320" cy="201168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920240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9385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Zone-first lookup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176272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z.zone_pcode, z.zone_name,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zones 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adm_features s ON s.pcode = z.parent_pcode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adm_features lga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lga.adm_level =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lga.pcode = ANY(z.constituent_pcodes)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ST_Contains(lga.geom, ST_SetSRID(ST_MakePoint($3, $2), 4326))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z.tenant_id = $1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ST_Contains(z.geom, ST_SetSRID(ST_MakePoint($3, $2), 4326))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059936"/>
            <a:ext cx="48463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59936"/>
            <a:ext cx="1463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78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(zone match)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3159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"found":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"matched_level": "zone",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"adm_0": { "pcode": "KE",        "name": "Kenya"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"adm_1": { "pcode": "KE004",     "name": "Tana River"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"adm_3": { "pcode": "KE004-Z01", "name": "Zone North", "color": "#3b82f6"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"adm_4": { "pcode": "KE004019",  "name": "Galole"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1920240"/>
            <a:ext cx="342900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94960" y="1920240"/>
            <a:ext cx="64008" cy="9784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1984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ST_MakePoint($3, $2)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50408" y="23042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PostGIS is (x,y) = (lon, lat) — note reversed order. Tag with ST_SetSRID(..., 4326) for WGS84.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4960" y="2990088"/>
            <a:ext cx="342900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94960" y="2990088"/>
            <a:ext cx="64008" cy="9784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3054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GIST Index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50408" y="33741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Both zone.geom and lga.geom have GIST indexes. ST_Contains uses them for sub-millisecond lookups.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4059936"/>
            <a:ext cx="342900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94960" y="4059936"/>
            <a:ext cx="64008" cy="9784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4123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adm_3 vs adm_4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50408" y="44439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adm_3 only present when matched_level = 'zone'. Raw LGA hits return adm_0, adm_1, adm_4 only.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Quick Reference — Commands in Order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503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850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Download HDX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.\scripts\ps1\download-hdx.ps1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019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901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Start stack (schema auto-runs)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tileserver/docker-compose.tenant.yml up -d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535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9535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Import to PostGIS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scripts/import-hdx-to-pg.js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00507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Verify counts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4074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... -c "SELECT country_code, adm_level, COUNT(*) FROM adm_features GROUP BY 1,2;"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8503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850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hierarchy endpoint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125272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"X-Tenant-ID: 1" "http://localhost:8080/boundaries/hierarchy"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19019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1901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region lookup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30428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"X-Tenant-ID: 1" "http://localhost:8080/region?lat=-1.80&amp;lon=40.10"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9535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29535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Create a zone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33558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.../admin/zones -d '{"zone_name":"Zone A",...}'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3931920"/>
            <a:ext cx="425196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400507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4005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Restart nginx (clear cache)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37760" y="44074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restart tileserver_nginx_1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</a:rPr>
              <a:t>NewGlobe Map Server  ·  Spotlight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16916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535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13 Tenants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countries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926080"/>
            <a:ext cx="16916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9535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~$10/mo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640" y="3319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GCP VM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16916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9535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1,340+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19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admin regions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16916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535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Sub-ms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3319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region lookup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HDX Data Pipeline  ·  PostGIS + PostGIS  ·  OpenResty/Lua  ·  Martin v0.14  ·  PMTiles on Cloudflare R2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NewGlobe Map Server — Technical Walkthrough</dc:title>
  <dc:subject>PptxGenJS Presentation</dc:subject>
  <dc:creator>PptxGenJS</dc:creator>
  <cp:lastModifiedBy>PptxGenJS</cp:lastModifiedBy>
  <cp:revision>1</cp:revision>
  <dcterms:created xsi:type="dcterms:W3CDTF">2026-03-17T09:25:33Z</dcterms:created>
  <dcterms:modified xsi:type="dcterms:W3CDTF">2026-03-17T09:25:33Z</dcterms:modified>
</cp:coreProperties>
</file>